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6D7377-1985-45D6-B421-E8909D300D8F}" v="13" dt="2025-12-16T14:22:06.5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338D-575C-9313-7B2C-385A7CFC3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1D6BB4-9D16-2449-AC76-3FFB9D470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DB239-FE8E-DA19-D3B4-5EE105BB2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7A929-BC79-468F-B228-9C028DAB5A3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B24F7-08FC-EFE5-873C-CF544D5B3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F463F-3529-E7EB-4699-D9E1F795D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6BA71-85E8-4C90-B45F-812CB150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228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AE812-9BCC-598D-B3DA-E12ED46B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5A335-5B8D-CD14-1504-F1AB5E7ED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73F5A-DD9B-6B17-4B42-0DF3C070B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7A929-BC79-468F-B228-9C028DAB5A3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456CA-6054-7449-5274-68A39E956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9878E-9180-B471-61E7-4E7AFD298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6BA71-85E8-4C90-B45F-812CB150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994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EFBE5-0166-6BE7-626B-4AB5E2D1C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6F26E-2DC4-EBEB-3FE7-2D63930C3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7DA05-B825-B727-CA7D-19005FDC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7A929-BC79-468F-B228-9C028DAB5A3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08B52-2EE6-68DF-FB14-8A4BCC4B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DCFC3-EC8E-5986-AE8F-388CD4583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6BA71-85E8-4C90-B45F-812CB150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99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F2DEF-35A7-87A3-25E8-F4AA6EC09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746FC-C082-91BB-8F54-9CBEFD6755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05DEF-8BE4-2CA2-44F9-D20C13AD8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A661BE-00D6-242C-0602-490FB6F7A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7A929-BC79-468F-B228-9C028DAB5A3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24B00-38BA-A164-8972-10EC30E32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61C22-1A22-E03F-9C7E-1B239E7A9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6BA71-85E8-4C90-B45F-812CB150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399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A5F82-3182-E127-A7FE-57D2E9815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8BEAC-51EB-E131-E206-79A14D15D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92D968-C31B-6E8A-FDFA-37F021C84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1623D4-0A05-2033-81A6-7AEB25D731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5B8D24-36E9-2318-87A3-65F1698182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C93282-5585-DF8A-0725-C2B2C0D1B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7A929-BC79-468F-B228-9C028DAB5A3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88FEA-9267-A758-44B6-80EB966CD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680A9A-469D-D753-B78D-21BFE614B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6BA71-85E8-4C90-B45F-812CB150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74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1D59B-D4A5-E284-9889-8E9C7F33E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AAD569-862B-8DAD-E02D-DC1A9609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7A929-BC79-468F-B228-9C028DAB5A3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5AB724-99F5-CB7D-2F20-89E857F8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24D9A4-8002-AA0D-A4FC-372777FE3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6BA71-85E8-4C90-B45F-812CB150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23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9D1A8-A835-508F-E6FF-B6083B487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7A929-BC79-468F-B228-9C028DAB5A3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4FDFD9-308B-6AE3-FE54-9A1CFC069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B4D07-DEAE-F6B5-8ADE-30391E395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6BA71-85E8-4C90-B45F-812CB150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16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3CDCB-9D53-59AF-E8AF-C9B1F89C7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5DB1E-576E-6C8F-9CFF-BC5395443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8699A-6A12-6FD2-0FE3-04352CD85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B20A36-07C0-9505-421A-2B63A971D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7A929-BC79-468F-B228-9C028DAB5A3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BFD9C-EB72-43AE-CD79-1381FDFFA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501A6-058E-F3F0-F9BE-8AAB46367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6BA71-85E8-4C90-B45F-812CB150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343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BFA93-9F72-7A16-A8BD-4CDD431C5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3A42E5-BF54-BBF4-D484-B2A08A0B76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3C3636-AD35-9024-0101-A550D442F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62B4D-206E-E7E5-2F72-1F93BBD5A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7A929-BC79-468F-B228-9C028DAB5A3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11E76-C514-6DDE-C982-3039AD3B7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FD77B-515E-1BC8-8505-6D47C35A3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6BA71-85E8-4C90-B45F-812CB150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80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A639-18AC-0FFA-0AF4-43448EE25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D21C93-58D3-E0F3-AB77-D9BCDA0E8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10043-2A39-DFE7-B7A6-31BCF723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7A929-BC79-468F-B228-9C028DAB5A3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6342E-6A10-723D-0C48-32655B1F6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2BAF0-4324-BF9D-F335-304A18912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6BA71-85E8-4C90-B45F-812CB150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855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30FCFC-899A-17FA-EABE-3DBEDA387D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4D727D-6D85-F017-EEFB-8AC8C25E6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9BD12-DDD9-975C-20FD-4B2D5CB65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7A929-BC79-468F-B228-9C028DAB5A3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D1E21-D384-49E4-36F8-2E7049851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39021-12F3-334D-CFEF-CD6EBD449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6BA71-85E8-4C90-B45F-812CB150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482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89C543-EED4-CDEF-8BAB-908BBA3B6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6FDD8-C08B-FDB4-E110-47B51DC4D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FD8B6-9490-B56D-45D4-7FD4626002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C7A929-BC79-468F-B228-9C028DAB5A3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1F841-1068-478E-6281-06A49749C6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33053-35AB-AAF0-EA3E-993462E5E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E6BA71-85E8-4C90-B45F-812CB150C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461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565AC075-8025-CB01-55E6-5900C93DC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23BF387-145B-6576-3414-0B0C40DD9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9978" y="6185354"/>
            <a:ext cx="2800741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603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infinity symbol with text&#10;&#10;AI-generated content may be incorrect.">
            <a:extLst>
              <a:ext uri="{FF2B5EF4-FFF2-40B4-BE49-F238E27FC236}">
                <a16:creationId xmlns:a16="http://schemas.microsoft.com/office/drawing/2014/main" id="{622D7804-9E18-7D2D-D607-51A2FF33C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36" b="23297"/>
          <a:stretch>
            <a:fillRect/>
          </a:stretch>
        </p:blipFill>
        <p:spPr>
          <a:xfrm>
            <a:off x="822503" y="1238865"/>
            <a:ext cx="10364928" cy="5230761"/>
          </a:xfrm>
          <a:prstGeom prst="rect">
            <a:avLst/>
          </a:prstGeom>
        </p:spPr>
      </p:pic>
      <p:pic>
        <p:nvPicPr>
          <p:cNvPr id="9" name="Picture 8" descr="A blue infinity symbol with text&#10;&#10;AI-generated content may be incorrect.">
            <a:extLst>
              <a:ext uri="{FF2B5EF4-FFF2-40B4-BE49-F238E27FC236}">
                <a16:creationId xmlns:a16="http://schemas.microsoft.com/office/drawing/2014/main" id="{471D3676-ACA0-17AB-E135-951089A4B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8" b="84373"/>
          <a:stretch>
            <a:fillRect/>
          </a:stretch>
        </p:blipFill>
        <p:spPr>
          <a:xfrm>
            <a:off x="258097" y="186812"/>
            <a:ext cx="6858000" cy="75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482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white diagram with icons and symbols&#10;&#10;AI-generated content may be incorrect.">
            <a:extLst>
              <a:ext uri="{FF2B5EF4-FFF2-40B4-BE49-F238E27FC236}">
                <a16:creationId xmlns:a16="http://schemas.microsoft.com/office/drawing/2014/main" id="{4447CBA3-C482-70EE-AED0-43DC354E4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73" b="13405"/>
          <a:stretch>
            <a:fillRect/>
          </a:stretch>
        </p:blipFill>
        <p:spPr>
          <a:xfrm>
            <a:off x="1323843" y="707922"/>
            <a:ext cx="9544314" cy="5938684"/>
          </a:xfrm>
          <a:prstGeom prst="rect">
            <a:avLst/>
          </a:prstGeom>
        </p:spPr>
      </p:pic>
      <p:pic>
        <p:nvPicPr>
          <p:cNvPr id="11" name="Picture 10" descr="A blue and white diagram with icons and symbols&#10;&#10;AI-generated content may be incorrect.">
            <a:extLst>
              <a:ext uri="{FF2B5EF4-FFF2-40B4-BE49-F238E27FC236}">
                <a16:creationId xmlns:a16="http://schemas.microsoft.com/office/drawing/2014/main" id="{4F8D6A35-BD9E-E84B-9612-CCE3BBA422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1" b="83656"/>
          <a:stretch>
            <a:fillRect/>
          </a:stretch>
        </p:blipFill>
        <p:spPr>
          <a:xfrm>
            <a:off x="130278" y="108154"/>
            <a:ext cx="6858000" cy="70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376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Woodgrain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Bender, Michael</dc:creator>
  <cp:lastModifiedBy>Bender, Michael</cp:lastModifiedBy>
  <cp:revision>2</cp:revision>
  <dcterms:created xsi:type="dcterms:W3CDTF">2025-12-16T14:12:15Z</dcterms:created>
  <dcterms:modified xsi:type="dcterms:W3CDTF">2025-12-26T15:43:04Z</dcterms:modified>
</cp:coreProperties>
</file>